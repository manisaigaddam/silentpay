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42a8c9a6b14205" /><Relationship Type="http://schemas.openxmlformats.org/officeDocument/2006/relationships/extended-properties" Target="/docProps/app.xml" Id="R3d23a00b646a407e" /><Relationship Type="http://schemas.openxmlformats.org/officeDocument/2006/relationships/officeDocument" Target="/ppt/presentation.xml" Id="Rb42c9ea6c9a74a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07569f48454de8"/>
  </p:sldMasterIdLst>
  <p:notesMasterIdLst>
    <p:notesMasterId xmlns:r="http://schemas.openxmlformats.org/officeDocument/2006/relationships" r:id="R1b45f0bbcf7a4df6"/>
  </p:notesMasterIdLst>
  <p:sldIdLst>
    <p:sldId xmlns:r="http://schemas.openxmlformats.org/officeDocument/2006/relationships" id="256" r:id="R7ef6f20e985e4350"/>
    <p:sldId xmlns:r="http://schemas.openxmlformats.org/officeDocument/2006/relationships" id="257" r:id="R9f81417fa650465e"/>
    <p:sldId xmlns:r="http://schemas.openxmlformats.org/officeDocument/2006/relationships" id="258" r:id="R19307a228e5b4d3c"/>
    <p:sldId xmlns:r="http://schemas.openxmlformats.org/officeDocument/2006/relationships" id="259" r:id="R3d279653a43f48eb"/>
    <p:sldId xmlns:r="http://schemas.openxmlformats.org/officeDocument/2006/relationships" id="260" r:id="Rcd072ff956f7499d"/>
    <p:sldId xmlns:r="http://schemas.openxmlformats.org/officeDocument/2006/relationships" id="261" r:id="Raaeb0d270e5f40c9"/>
    <p:sldId xmlns:r="http://schemas.openxmlformats.org/officeDocument/2006/relationships" id="262" r:id="Refdb6bdef9454d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fe3f69b9c541d6" /><Relationship Type="http://schemas.openxmlformats.org/officeDocument/2006/relationships/slideMaster" Target="/ppt/slideMasters/slideMaster1.xml" Id="R3607569f48454de8" /><Relationship Type="http://schemas.openxmlformats.org/officeDocument/2006/relationships/notesMaster" Target="/ppt/notesMasters/notesMaster1.xml" Id="R1b45f0bbcf7a4df6" /><Relationship Type="http://schemas.openxmlformats.org/officeDocument/2006/relationships/presProps" Target="/ppt/presProps.xml" Id="R0b97cdeaa6664f86" /><Relationship Type="http://schemas.openxmlformats.org/officeDocument/2006/relationships/viewProps" Target="/ppt/viewProps.xml" Id="Rc6593f7db0ef4521" /><Relationship Type="http://schemas.openxmlformats.org/officeDocument/2006/relationships/tableStyles" Target="/ppt/tableStyles.xml" Id="Rb4b482305ab04ca7" /><Relationship Type="http://schemas.openxmlformats.org/officeDocument/2006/relationships/slide" Target="/ppt/slides/slide1.xml" Id="R7ef6f20e985e4350" /><Relationship Type="http://schemas.openxmlformats.org/officeDocument/2006/relationships/slide" Target="/ppt/slides/slide2.xml" Id="R9f81417fa650465e" /><Relationship Type="http://schemas.openxmlformats.org/officeDocument/2006/relationships/slide" Target="/ppt/slides/slide3.xml" Id="R19307a228e5b4d3c" /><Relationship Type="http://schemas.openxmlformats.org/officeDocument/2006/relationships/slide" Target="/ppt/slides/slide4.xml" Id="R3d279653a43f48eb" /><Relationship Type="http://schemas.openxmlformats.org/officeDocument/2006/relationships/slide" Target="/ppt/slides/slide5.xml" Id="Rcd072ff956f7499d" /><Relationship Type="http://schemas.openxmlformats.org/officeDocument/2006/relationships/slide" Target="/ppt/slides/slide6.xml" Id="Raaeb0d270e5f40c9" /><Relationship Type="http://schemas.openxmlformats.org/officeDocument/2006/relationships/slide" Target="/ppt/slides/slide7.xml" Id="Refdb6bdef9454d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e6c526413347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a7e0fd988c4a30" /><Relationship Type="http://schemas.openxmlformats.org/officeDocument/2006/relationships/notesMaster" Target="/ppt/notesMasters/notesMaster1.xml" Id="R8c20f005fd7b4b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be949a61e54ded" /><Relationship Type="http://schemas.openxmlformats.org/officeDocument/2006/relationships/notesMaster" Target="/ppt/notesMasters/notesMaster1.xml" Id="Rb76d2b0ddbcf47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796b1d047142d7" /><Relationship Type="http://schemas.openxmlformats.org/officeDocument/2006/relationships/notesMaster" Target="/ppt/notesMasters/notesMaster1.xml" Id="R475594095e1349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533a9f7a514a1b" /><Relationship Type="http://schemas.openxmlformats.org/officeDocument/2006/relationships/notesMaster" Target="/ppt/notesMasters/notesMaster1.xml" Id="R276a458811f546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22e782502d404c" /><Relationship Type="http://schemas.openxmlformats.org/officeDocument/2006/relationships/notesMaster" Target="/ppt/notesMasters/notesMaster1.xml" Id="R658b18ced8764c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05fe0e348c4c5a" /><Relationship Type="http://schemas.openxmlformats.org/officeDocument/2006/relationships/notesMaster" Target="/ppt/notesMasters/notesMaster1.xml" Id="Rb2db4a7652bd4f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c49b1611f144d5" /><Relationship Type="http://schemas.openxmlformats.org/officeDocument/2006/relationships/notesMaster" Target="/ppt/notesMasters/notesMaster1.xml" Id="R9d37ec19529346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42ba085b549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613c4506054637" /><Relationship Type="http://schemas.openxmlformats.org/officeDocument/2006/relationships/slideLayout" Target="/ppt/slideLayouts/slideLayout1.xml" Id="Rf5140d16797f45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140d16797f45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ef6c3dd194576" /><Relationship Type="http://schemas.openxmlformats.org/officeDocument/2006/relationships/notesSlide" Target="/ppt/notesSlides/notesSlide1.xml" Id="R650bb54ff01841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050e133434c58" /><Relationship Type="http://schemas.openxmlformats.org/officeDocument/2006/relationships/notesSlide" Target="/ppt/notesSlides/notesSlide2.xml" Id="R82252082f5c943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eef60841640dc" /><Relationship Type="http://schemas.openxmlformats.org/officeDocument/2006/relationships/notesSlide" Target="/ppt/notesSlides/notesSlide3.xml" Id="R36e90b7af75640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de6cc2bc64bcf" /><Relationship Type="http://schemas.openxmlformats.org/officeDocument/2006/relationships/notesSlide" Target="/ppt/notesSlides/notesSlide4.xml" Id="Rd61cec8bacc243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c83171d4d47df" /><Relationship Type="http://schemas.openxmlformats.org/officeDocument/2006/relationships/notesSlide" Target="/ppt/notesSlides/notesSlide5.xml" Id="Rcc63405402aa40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2f5e29e1a4a90" /><Relationship Type="http://schemas.openxmlformats.org/officeDocument/2006/relationships/notesSlide" Target="/ppt/notesSlides/notesSlide6.xml" Id="R6b4998845eab4d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4b29812304d82" /><Relationship Type="http://schemas.openxmlformats.org/officeDocument/2006/relationships/notesSlide" Target="/ppt/notesSlides/notesSlide7.xml" Id="Racb31ad2b3714d1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F78FC6-4926-469F-B8AB-053E37FD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E14A7-8E6E-40C5-91AF-8D2585F4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65E45-F303-4EB2-AB52-C6BFE5EC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F0B53-ADE6-4D59-BD1D-0A4E08CE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6A3D"/>
                </a:solidFill>
                <a:latin typeface="Aptos"/>
                <a:ea typeface="Aptos"/>
                <a:cs typeface="Aptos"/>
              </a:rPr>
              <a:t>CONFIDENTIAL CHECKOUT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BBF2D-E886-4557-8D01-D0FB45D4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42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4E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8F4EF"/>
                </a:solidFill>
                <a:latin typeface="Aptos Display"/>
                <a:ea typeface="Aptos Display"/>
                <a:cs typeface="Aptos Display"/>
              </a:rPr>
              <a:t>SilentPay makes private payment links practical.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BD2D7-16F2-4378-8DC7-29F34B40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A Fhenix payment-link layer where creators register encrypted invoices and payers settle through FHERC20 confidential transfers.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FE95D-298A-4B25-8E4C-32C54FCE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6A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740D9-0270-473D-8122-F62FBD83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6A3D"/>
                </a:solidFill>
                <a:latin typeface="Aptos"/>
                <a:ea typeface="Aptos"/>
                <a:cs typeface="Aptos"/>
              </a:rPr>
              <a:t>CoFHE invoice encryption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AD572-2563-447D-8BF7-F9042328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433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0AD9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16FD1-1600-47D5-A22A-DBB24D0C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385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D9D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AD9DC"/>
                </a:solidFill>
                <a:latin typeface="Aptos"/>
                <a:ea typeface="Aptos"/>
                <a:cs typeface="Aptos"/>
              </a:rPr>
              <a:t>FHERC20 settlement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BA5C4-B12C-4DED-B8E7-50ACCD0F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4330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72E3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21383-BF2E-4F61-A585-1D029025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385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2E39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2E39F"/>
                </a:solidFill>
                <a:latin typeface="Aptos"/>
                <a:ea typeface="Aptos"/>
                <a:cs typeface="Aptos"/>
              </a:rPr>
              <a:t>Privy checkout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47040-B1D2-498F-A31C-1B09291C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14400"/>
            <a:ext cx="2381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1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7876C-8162-47E5-8B01-0F590C07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192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6A3D"/>
                </a:solidFill>
                <a:latin typeface="Aptos"/>
                <a:ea typeface="Aptos"/>
                <a:cs typeface="Aptos"/>
              </a:rPr>
              <a:t>POC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3390E-1D36-4C1F-969D-490D2505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52600"/>
            <a:ext cx="1695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Invoice amount is encrypted before sharing the link.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88085-C164-445D-97C6-F44175B2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1695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Payment amount is encrypted before FHERC20 transfer.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51798-D7D2-4278-A31F-47ECF88C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29050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Only involved users keep readable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86023-CBBE-4CD8-BD7E-EE89709E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1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16B"/>
                </a:solidFill>
                <a:latin typeface="Aptos"/>
                <a:ea typeface="Aptos"/>
                <a:cs typeface="Aptos"/>
              </a:rPr>
              <a:t>SilentPay / Fhenix Buildathon POC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B3540-ACE5-4966-BAF1-EF9E28CC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627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771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16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30069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CE1A7E-A4EA-4203-96D5-78CEFD98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25CA7-C207-4045-9385-6AAB0F92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2FEA1-30E0-424C-A166-0211BFB5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76704-F7AD-49CA-AF5F-74C9B672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6A3D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A88AB-2277-453F-B549-F87F453C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4E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F4EF"/>
                </a:solidFill>
                <a:latin typeface="Aptos Display"/>
                <a:ea typeface="Aptos Display"/>
                <a:cs typeface="Aptos Display"/>
              </a:rPr>
              <a:t>Normal payment links expose commerce metadata.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5CFD2-E2F7-4A31-8AE3-4D8C8F6A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Public ERC20 settlement leaks amounts, recurring counterparties, and business context. Encrypting only the invoice text is not enough.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EA448-CFED-4D8E-8D2B-87C00561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5CBB7-C9B4-486C-B6BD-A2F7EC41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6A3D"/>
                </a:solidFill>
                <a:latin typeface="Aptos"/>
                <a:ea typeface="Aptos"/>
                <a:cs typeface="Aptos"/>
              </a:rPr>
              <a:t>Public chain sees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FA773-0419-4E1A-9BEC-CA400837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7660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tx hash, addresses, token, amount, timing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D2024-1E00-43AB-A22E-CD9A4CF6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3CD2A-7228-481B-8377-06EDE5F5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6A3D"/>
                </a:solidFill>
                <a:latin typeface="Aptos"/>
                <a:ea typeface="Aptos"/>
                <a:cs typeface="Aptos"/>
              </a:rPr>
              <a:t>Business leakage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624B4-EB02-4514-B15A-C7949C0D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576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revenue, customer graph, order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09A3A-8A26-4FB7-923F-E72293BA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A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7AD6B-82B7-41C7-8B01-E83C3A2D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E39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2E39F"/>
                </a:solidFill>
                <a:latin typeface="Aptos"/>
                <a:ea typeface="Aptos"/>
                <a:cs typeface="Aptos"/>
              </a:rPr>
              <a:t>SilentPay 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4E375-26D5-4775-B766-0C707A2B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3870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amount and readable context stay private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3B64D-E4B6-4C1F-B92F-24D18C99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1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16B"/>
                </a:solidFill>
                <a:latin typeface="Aptos"/>
                <a:ea typeface="Aptos"/>
                <a:cs typeface="Aptos"/>
              </a:rPr>
              <a:t>SilentPay / Fhenix Buildathon POC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601B7-8089-413A-9185-86264492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627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771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1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908396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F32B7D-A5C0-4790-93B4-624BDD67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6C7D5-3158-4413-B7B4-845A83BA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3A1FA-15CC-4E8F-91DE-3D37D86F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A704B-348F-4089-910A-8E496F10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6A3D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97EC0-FA22-4B06-AF21-E22A3084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8F4E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8F4EF"/>
                </a:solidFill>
                <a:latin typeface="Aptos Display"/>
                <a:ea typeface="Aptos Display"/>
                <a:cs typeface="Aptos Display"/>
              </a:rPr>
              <a:t>SilentPay does not double-encrypt tokens.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3CFB1-94D7-4536-B7A8-3617521A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733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FHERC20 is the encrypted token rail. SilentPay encrypts the amount input that the FHERC20 contract consumes.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0DE54-C9BA-4D35-A38C-B435D8A3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2286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5C754-43C8-4E2A-8CCA-6775FFD9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6A3D"/>
                </a:solidFill>
                <a:latin typeface="Aptos"/>
                <a:ea typeface="Aptos"/>
                <a:cs typeface="Aptos"/>
              </a:rPr>
              <a:t>Public ERC20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1BA28-3C1E-4BAF-B9EF-A24F984E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mockUSDC / mockUSDT / mockPYUSD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81149-00E5-4390-BB15-4F090037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14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D9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C2380-F9B5-484A-9879-1D1E9403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43250"/>
            <a:ext cx="2286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A3CB1-6027-453B-8199-F657BE22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718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6A3D"/>
                </a:solidFill>
                <a:latin typeface="Aptos"/>
                <a:ea typeface="Aptos"/>
                <a:cs typeface="Aptos"/>
              </a:rPr>
              <a:t>Redact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EF833-8036-44E4-BF9A-7D1EAF31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338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shield into confidential FHERC20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E4F01-4AC4-4F3D-9367-2AB9611A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D9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677DA-6F60-4E72-9618-70C995CF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2286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DAD21-311F-42B9-8D0D-6A9DDE87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718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6A3D"/>
                </a:solidFill>
                <a:latin typeface="Aptos"/>
                <a:ea typeface="Aptos"/>
                <a:cs typeface="Aptos"/>
              </a:rPr>
              <a:t>SilentPay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63732-D229-4C1A-96B4-A8125A83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encrypt invoice and payment amount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F180EE-06B4-400E-9006-A77E60E6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D9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CC30F-0E6F-4100-9BA0-1AA47272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43250"/>
            <a:ext cx="2286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A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42C034-03C6-47E3-BFC8-1527497E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2E39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72E39F"/>
                </a:solidFill>
                <a:latin typeface="Aptos"/>
                <a:ea typeface="Aptos"/>
                <a:cs typeface="Aptos"/>
              </a:rPr>
              <a:t>FHERC20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C6324E-73BF-4252-A4FD-AC44151F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encTransfer updates encrypted balances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E9B20F-E6E4-49B4-AD97-83819D77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876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Payment-time encryption is for the transfer amount; the asset itself is already an encrypted-balance token.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12ADC3-9683-4AC3-B898-852C455E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1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16B"/>
                </a:solidFill>
                <a:latin typeface="Aptos"/>
                <a:ea typeface="Aptos"/>
                <a:cs typeface="Aptos"/>
              </a:rPr>
              <a:t>SilentPay / Fhenix Buildathon POC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29325D-7DFB-4A27-9F10-70858AD3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627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771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1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024921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2EDCAF-748D-48BC-A651-53AB6CD4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B65DE-C591-45D0-8E43-317055E4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BFA0B-697A-46D9-9C53-99641F78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3FD38-5CC4-4D91-81F4-80AA6D14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6A3D"/>
                </a:solidFill>
                <a:latin typeface="Aptos"/>
                <a:ea typeface="Aptos"/>
                <a:cs typeface="Aptos"/>
              </a:rPr>
              <a:t>CREATOR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415D8-FFCB-4535-BEDD-C320E022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4E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F4EF"/>
                </a:solidFill>
                <a:latin typeface="Aptos Display"/>
                <a:ea typeface="Aptos Display"/>
                <a:cs typeface="Aptos Display"/>
              </a:rPr>
              <a:t>The link appears only after FHE registration.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6B3B8-D312-4B59-B8B1-F4C96AA2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0E376-7C73-4A64-AAAB-1D1117A9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F6A3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D7E28-4B20-48B4-98C4-987D5A67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003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Create invoice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15161-50CA-43DF-A784-BA137D6A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recipient wallet, token, amount, memo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39E35-5436-433C-8C53-65536FE3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3A052-5A48-4FDA-90F0-A4EC1646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F6A3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4626F-2337-494C-99C7-E64110FB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909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Encrypt amount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6E1EB-0E48-4E83-B58E-39EC04C6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19475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CoFHE creates ciphertext 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8C25F-4A69-4C0C-BDA2-5C22ACDB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6CC35-0E58-4023-AEE4-0BBB8880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F6A3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E8D33E-72C5-41D7-9907-EC8B22BD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81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Register onchain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CAB50C-279B-40AD-A058-D025E1C0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10075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commitment + encrypted expected amount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A3ABCD-0AD5-4913-A435-39F1F491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46A94-E447-4152-A060-2251D66C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F6A3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8EF1D-BA85-4D76-B11A-2965D362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721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Share QR/link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8DCDB-617A-424E-853C-64217C3D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00675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private payload stays client-side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B791B9-EE1F-4C51-A146-827C58AA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1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16B"/>
                </a:solidFill>
                <a:latin typeface="Aptos"/>
                <a:ea typeface="Aptos"/>
                <a:cs typeface="Aptos"/>
              </a:rPr>
              <a:t>SilentPay / Fhenix Buildathon POC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1E6190-E668-42FE-9202-B3721C6C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627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771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1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30488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B9DF69-6B61-49A5-989A-39B49F35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DD8F9-92BA-4E69-9FC2-293CAF62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54836-4036-440F-9D99-1384172A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335F5-5499-4C66-9E25-394E370A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6A3D"/>
                </a:solidFill>
                <a:latin typeface="Aptos"/>
                <a:ea typeface="Aptos"/>
                <a:cs typeface="Aptos"/>
              </a:rPr>
              <a:t>PAYER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DDB79-9FAC-4716-A217-BFB81C0C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4E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F4EF"/>
                </a:solidFill>
                <a:latin typeface="Aptos Display"/>
                <a:ea typeface="Aptos Display"/>
                <a:cs typeface="Aptos Display"/>
              </a:rPr>
              <a:t>Checkout is one encrypted FHERC20 transfer.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59F38-F2C8-4501-95F2-E736DD44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10287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1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93844-B7C1-4B4C-8087-E53D6236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DA608-1E7E-4F88-98DD-114037A0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05150"/>
            <a:ext cx="30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5050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75032-B502-456D-9817-64CC9DC8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Open 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B1626-0A2F-48E2-93F5-AF7DAE31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private invoice payload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886BD-4A0A-4302-90C0-0CD732D3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D9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5066C-69BA-469D-B403-CD852F6B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337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858B4-0F4E-441D-BA52-7B6096FB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05150"/>
            <a:ext cx="30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5050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F4B12-E9E7-4628-953D-78E62855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00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Encrypt amount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84CAE-1061-40ED-ABED-5799ACE1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24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@cofhe/sdk input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DB085-85EA-4C16-9E5F-3D684F81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D9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D4F134-BB64-4918-A501-9EF661AC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337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61929-0E1F-470D-92F6-D99FC12E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30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5050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8DD446-3DC1-4863-B0D1-8E464F63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00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Sign tx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88FCC-BBA8-4BB9-988E-6C6ED613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24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Privy email or wallet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B1E71-33D4-4FAE-B3BB-E81D86C1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D9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AD56A-C42C-4E6C-A97A-4FE3C95A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3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007A81-27C8-46FA-90F6-B35792DA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05150"/>
            <a:ext cx="30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50505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5050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BE99F8-4583-4F8C-AAE2-9ADD32E3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Settle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907858-B7D4-46E8-886C-D47E7BF4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24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FHERC20.encTransfer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8A187C-64D0-4705-A302-A273B2CC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The explorer can show ciphertext handles and activity indicators; it cannot read the real amount.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1DE2AC-E3AE-4A4F-A008-3FD3358C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1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16B"/>
                </a:solidFill>
                <a:latin typeface="Aptos"/>
                <a:ea typeface="Aptos"/>
                <a:cs typeface="Aptos"/>
              </a:rPr>
              <a:t>SilentPay / Fhenix Buildathon POC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2932B5-6DF8-4CBD-9DBF-2280D1BD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627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771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1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894298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B19AAB-41E2-4903-85BF-3AA1DA9A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5EB70-4980-444D-A30D-8A3B2AE4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9FA85-C7A6-4054-AE07-A4BB5F7B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7BBA2-0EE7-4387-B150-3BD35E14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6A3D"/>
                </a:solidFill>
                <a:latin typeface="Aptos"/>
                <a:ea typeface="Aptos"/>
                <a:cs typeface="Aptos"/>
              </a:rPr>
              <a:t>POC 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A5A56-F203-43E1-A468-433640C9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4E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F4EF"/>
                </a:solidFill>
                <a:latin typeface="Aptos Display"/>
                <a:ea typeface="Aptos Display"/>
                <a:cs typeface="Aptos Display"/>
              </a:rPr>
              <a:t>The POC is real, with clear boundaries.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72175-5CF9-4BFE-82E1-42793C6C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14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E4747-6A23-4968-8725-86CA001F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2E39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E39F"/>
                </a:solidFill>
                <a:latin typeface="Aptos"/>
                <a:ea typeface="Aptos"/>
                <a:cs typeface="Aptos"/>
              </a:rPr>
              <a:t>Built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DC783-AB97-4E64-B972-DCD1541C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17170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Privy login, invoice form, CoFHE encryption, invoice registration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13FE6-A59B-494B-B729-61F1C52E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14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02650-7F15-4D2F-A3C3-A9335F47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2E39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E39F"/>
                </a:solidFill>
                <a:latin typeface="Aptos"/>
                <a:ea typeface="Aptos"/>
                <a:cs typeface="Aptos"/>
              </a:rPr>
              <a:t>Built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036D7-8BC5-437C-9346-63926CF0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6225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FHERC20 registry: eUSDC, eUSDT, ePYUSD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500BD-E328-4E6E-808A-91BC8202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14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715C3-5F38-480D-B2C2-41C9FEFB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2E39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E39F"/>
                </a:solidFill>
                <a:latin typeface="Aptos"/>
                <a:ea typeface="Aptos"/>
                <a:cs typeface="Aptos"/>
              </a:rPr>
              <a:t>Built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25434-7808-42E1-843D-DC38D6FF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35280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Checkout payment through encrypted encTransfer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74AC1-B6A3-4531-B197-0E26A899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14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24279-68FD-4260-B341-A8BCCEA3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2E39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E39F"/>
                </a:solidFill>
                <a:latin typeface="Aptos"/>
                <a:ea typeface="Aptos"/>
                <a:cs typeface="Aptos"/>
              </a:rPr>
              <a:t>Built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FE744A-E7E7-46CE-BE80-6CC5A006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4335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Activity tab with session invoice QR/link and chunked chain scans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C3DA4-7AED-4DA9-A6DF-85E7FA8C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735C2-5B92-493D-B78C-2E677425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D166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86CF59-318A-493E-A553-491FCBFA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3390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Encrypted metadata vault for cross-device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0F5A1-FB25-4585-B1DD-13D36012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DBF9B5-3B52-4C2D-BADC-1C8CA343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D166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C23AF5-75F3-40A3-802C-E3F35FAD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12445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Router with encTransferFrom + EIP712 permit for paid-state update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9191B5-4C2B-41E2-A1D6-1057A336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1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16B"/>
                </a:solidFill>
                <a:latin typeface="Aptos"/>
                <a:ea typeface="Aptos"/>
                <a:cs typeface="Aptos"/>
              </a:rPr>
              <a:t>SilentPay / Fhenix Buildathon POC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14C572-C9B9-4AFA-A804-9CC1F58D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627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771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16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43600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D0A66F-BACF-4CFF-9408-4275F6CE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27BD8-D0D2-4B09-997B-73C3B966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A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7F7FB-8B80-41A2-9C58-29B2B547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D67B0-7A14-45E9-9C10-9D2D048D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6A3D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4A9F9-7AD3-451D-ABB6-2C2DCE1B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4E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F4EF"/>
                </a:solidFill>
                <a:latin typeface="Aptos Display"/>
                <a:ea typeface="Aptos Display"/>
                <a:cs typeface="Aptos Display"/>
              </a:rPr>
              <a:t>From checkout POC to private payment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500EA-0027-4187-9961-7744D2AF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A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DFC35-18E0-4D9B-A0C6-F32DC5FC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E39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2E39F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97C4E-204D-4219-8932-C867188A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Private invoice links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013FE-D88A-4061-97E9-F920DD72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CoFHE invoice registration and FHERC20 settlement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89743-CA3E-49EB-AFEA-42E7E177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6B87A-B07B-403F-A7C0-99FDAD7D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241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6A3D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97598-9E5C-4D63-9E2A-E2DFA7EC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813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Encrypted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28CDA-02E7-4781-BE70-FD42AE6C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metadata vault, receipt recovery, user-approved decrypt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DCD0DD-A0D9-4BAA-B505-CB9A7820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295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2B2D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996AE-4944-4070-B041-9F972AA1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6A3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6A3D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6C282-9F44-4DAF-AFE3-6BF677DA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813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Plug-and-play checkout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3B355-1F3C-4972-AFED-E000DAA9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005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A29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A29A"/>
                </a:solidFill>
                <a:latin typeface="Aptos"/>
                <a:ea typeface="Aptos"/>
                <a:cs typeface="Aptos"/>
              </a:rPr>
              <a:t>SDK, router contract, one-flow settlement accounting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18BB3-B97E-4A47-A583-3CD4D605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4E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4EF"/>
                </a:solidFill>
                <a:latin typeface="Aptos"/>
                <a:ea typeface="Aptos"/>
                <a:cs typeface="Aptos"/>
              </a:rPr>
              <a:t>Judging ask: evaluate SilentPay as infrastructure, not a toy payment form - the privacy rail is Fhenix FHERC20 + CoFHE.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40048F-279B-458D-9D34-2807DB31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1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16B"/>
                </a:solidFill>
                <a:latin typeface="Aptos"/>
                <a:ea typeface="Aptos"/>
                <a:cs typeface="Aptos"/>
              </a:rPr>
              <a:t>SilentPay / Fhenix Buildathon POC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F399E6-9E31-4B69-9BF9-4041948E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627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7716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7716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424308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2026-06-06T13:05:06.3090000Z</dcterms:created>
  <dcterms:modified xsi:type="dcterms:W3CDTF">2026-06-06T13:05:06.3090000Z</dcterms:modified>
</coreProperties>
</file>